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F5EA-B284-011B-14E1-449825C62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677" y="1041122"/>
            <a:ext cx="7325032" cy="1651819"/>
          </a:xfrm>
        </p:spPr>
        <p:txBody>
          <a:bodyPr/>
          <a:lstStyle/>
          <a:p>
            <a:r>
              <a:rPr lang="en-US" b="1" dirty="0"/>
              <a:t>Azure FinOps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E6A3E-F552-9DDE-EC77-5164E300F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831" y="2692941"/>
            <a:ext cx="4463845" cy="817174"/>
          </a:xfrm>
        </p:spPr>
        <p:txBody>
          <a:bodyPr/>
          <a:lstStyle/>
          <a:p>
            <a:r>
              <a:rPr lang="en-US" b="1" dirty="0"/>
              <a:t>Microsoft azure 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9771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E4BA-5684-0F1C-CC3D-8568E9E9C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07923"/>
            <a:ext cx="8825659" cy="1337187"/>
          </a:xfrm>
        </p:spPr>
        <p:txBody>
          <a:bodyPr/>
          <a:lstStyle/>
          <a:p>
            <a:r>
              <a:rPr lang="en-US" dirty="0"/>
              <a:t>Azure FinOps</a:t>
            </a:r>
            <a:br>
              <a:rPr lang="en-US" dirty="0"/>
            </a:br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A080-15E8-2B28-DB6C-90677E63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Definition: </a:t>
            </a:r>
            <a:r>
              <a:rPr lang="en-US" dirty="0"/>
              <a:t>A cultural practice that enables teams to take ownership of their cloud usage through collaboration between engineering ,finance , and business teams.</a:t>
            </a:r>
          </a:p>
          <a:p>
            <a:endParaRPr lang="en-US" dirty="0"/>
          </a:p>
          <a:p>
            <a:r>
              <a:rPr lang="en-IN" b="1" dirty="0"/>
              <a:t>Core Framework : </a:t>
            </a:r>
            <a:r>
              <a:rPr lang="en-IN" dirty="0"/>
              <a:t>Follows the three-pillar FinOps lifecycle: Inform(visibility),Optimize(Efficiency), and Operate(Governance).</a:t>
            </a:r>
          </a:p>
          <a:p>
            <a:endParaRPr lang="en-IN" dirty="0"/>
          </a:p>
          <a:p>
            <a:r>
              <a:rPr lang="en-IN" b="1" dirty="0"/>
              <a:t>Primary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</a:t>
            </a:r>
            <a:r>
              <a:rPr lang="en-IN" b="1" dirty="0"/>
              <a:t> : </a:t>
            </a:r>
            <a:r>
              <a:rPr lang="en-IN" u="sng" dirty="0"/>
              <a:t>Microsoft Cost Management    </a:t>
            </a:r>
            <a:r>
              <a:rPr lang="en-IN" dirty="0"/>
              <a:t>serves as the central “system of record” for tracking spend , setting budgets, and visualizing cloud costs.  </a:t>
            </a:r>
          </a:p>
          <a:p>
            <a:pPr marL="0" indent="0">
              <a:buNone/>
            </a:pPr>
            <a:r>
              <a:rPr lang="en-IN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7618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259D-AB7B-3AA6-172D-442B0F650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Visibility &amp; Monitoring (Inform)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DB76-C83D-A13C-C377-97B5B5E11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.   Cost Analysis : </a:t>
            </a:r>
            <a:r>
              <a:rPr lang="en-US" dirty="0"/>
              <a:t>Provides granular breakdowns of costs by resource, service, or subscription and predicts future spend using AI-driven forecasting.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.   Budget Alerts : </a:t>
            </a:r>
            <a:r>
              <a:rPr lang="en-US" dirty="0"/>
              <a:t>Set spending limits that trigger automated email notifications when thresholds (e.g.,50%,80%, or 100% of budget) are reached.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.   Azure Advisor : </a:t>
            </a:r>
            <a:r>
              <a:rPr lang="en-US" dirty="0"/>
              <a:t>Offers tailored recommendations to reduce costs by identifying idle virtual machines or unattached disks.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61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9CB5-B267-3447-8C86-E171454B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Rate Optimization (Optimize)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416C7-5E5C-469D-E64C-9FEFF38C6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.  Azure Savings Plans </a:t>
            </a:r>
            <a:r>
              <a:rPr lang="en-US" b="1" dirty="0"/>
              <a:t>:  </a:t>
            </a:r>
            <a:r>
              <a:rPr lang="en-US" dirty="0"/>
              <a:t>Provides up to 65% savings on compute services in exchange for a fixed hourly spend commitment over 1 or 3 years.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.  Azure Reservations </a:t>
            </a:r>
            <a:r>
              <a:rPr lang="en-US" dirty="0"/>
              <a:t>: Best for stable workloads ; commit to specific resources types (like SQL Databases) for up to 72% savings compared to pay_-as -you- go –prices.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.   Azure Hybrid Benefits : </a:t>
            </a:r>
            <a:r>
              <a:rPr lang="en-US" dirty="0"/>
              <a:t>Significant cost reductions by using existing on-premises Windows Server or SQL Server licenses for cloud resources.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01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26846-DE5A-9B59-9D72-D15AABCD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&amp; Allocation (Operate)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C4431-B3C8-946B-55A7-19744BFF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.  Tagging Strategy :</a:t>
            </a:r>
            <a:r>
              <a:rPr lang="en-US" dirty="0"/>
              <a:t>Essential for cost allocation ; use tags (e .g.,  Department , Project) to assign costs to specific business units for accurate “  Show back  ”  or  “Chargeback”.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.  Azure Policy : </a:t>
            </a:r>
            <a:r>
              <a:rPr lang="en-US" dirty="0"/>
              <a:t>Enforces rules to block or flag resources that  lack mandatory cost-tracking tags or exceed allowed size limits.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.   Management Groups : </a:t>
            </a:r>
            <a:r>
              <a:rPr lang="en-US" dirty="0"/>
              <a:t>Organize multiple subscriptions into a hierarchy to apply consistent cost governance  and access controls across the entire organization.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19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E88E-7071-0442-15BD-8BA54C7D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Analytics &amp;  Automation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B726-9163-2901-E3B2-2B7B0C855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.  Microsoft FinOps Toolkit:  </a:t>
            </a:r>
            <a:r>
              <a:rPr lang="en-US" dirty="0"/>
              <a:t>An  open-source collection of Power BI reports and automation templates designed to build professional-grade FinOps dashboards.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. Azure Resource Graph </a:t>
            </a:r>
            <a:r>
              <a:rPr lang="en-US" dirty="0"/>
              <a:t>:  A high-speed query engine used to explore resources at scale and identify orphaned assets like unused network interfaces or public Ips.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. Cost Exports : </a:t>
            </a:r>
            <a:r>
              <a:rPr lang="en-US" dirty="0"/>
              <a:t>Automatically pushes raw billing data in FOCUS    format to Azure Storage for integration with external business intelligence tools.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D6D27-6A26-1F6E-03C1-4092D8BDB329}"/>
              </a:ext>
            </a:extLst>
          </p:cNvPr>
          <p:cNvSpPr txBox="1"/>
          <p:nvPr/>
        </p:nvSpPr>
        <p:spPr>
          <a:xfrm>
            <a:off x="8264446" y="5241892"/>
            <a:ext cx="5452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TM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86380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F625-8673-507D-7E49-277F3E60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5650D-F86A-43BE-2937-1BE7A6DCF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FinOps </a:t>
            </a:r>
            <a:r>
              <a:rPr lang="en-US" dirty="0"/>
              <a:t>is a continuous journey of tracking, saving, and spending cloud budgets wisely to drive business growth.</a:t>
            </a:r>
          </a:p>
          <a:p>
            <a:endParaRPr lang="en-US" b="1" dirty="0"/>
          </a:p>
          <a:p>
            <a:r>
              <a:rPr lang="en-US" dirty="0"/>
              <a:t>By using </a:t>
            </a:r>
            <a:r>
              <a:rPr lang="en-US" b="1" dirty="0"/>
              <a:t>Azure’s </a:t>
            </a:r>
            <a:r>
              <a:rPr lang="en-US" dirty="0"/>
              <a:t>native</a:t>
            </a:r>
            <a:r>
              <a:rPr lang="en-US" b="1" dirty="0"/>
              <a:t> tools</a:t>
            </a:r>
            <a:r>
              <a:rPr lang="en-US" dirty="0"/>
              <a:t> and building a culture of accountability, teams can maximize value while eliminating waste.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605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105</TotalTime>
  <Words>467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Azure FinOps</vt:lpstr>
      <vt:lpstr>Azure FinOps overview</vt:lpstr>
      <vt:lpstr>Visibility &amp; Monitoring (Inform)</vt:lpstr>
      <vt:lpstr>Strategic Rate Optimization (Optimize)</vt:lpstr>
      <vt:lpstr>Governance &amp; Allocation (Operate)</vt:lpstr>
      <vt:lpstr>Advanced Analytics &amp;  Automation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k</dc:creator>
  <cp:lastModifiedBy>bhavani k</cp:lastModifiedBy>
  <cp:revision>1</cp:revision>
  <dcterms:created xsi:type="dcterms:W3CDTF">2026-04-07T04:06:23Z</dcterms:created>
  <dcterms:modified xsi:type="dcterms:W3CDTF">2026-04-07T05:52:02Z</dcterms:modified>
</cp:coreProperties>
</file>